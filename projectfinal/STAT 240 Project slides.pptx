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Merriweath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Merriweather-bold.fntdata"/><Relationship Id="rId16" Type="http://schemas.openxmlformats.org/officeDocument/2006/relationships/font" Target="fonts/Merriweath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1ee2d39fed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1ee2d39fed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1ee2d39fe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1ee2d39fe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1ee2d39fed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1ee2d39fed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1ee2d39fed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1ee2d39fed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1ee2d39fe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1ee2d39fe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Electric Vehicles, Prices and Electric Range 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Leo, Naomi, Hamidreza, Khaled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&amp; Background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Electric Vehicles are gaining popularity due to their benefits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Reduction of carbon emissions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Cost savings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Innovation to technology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Started to become </a:t>
            </a:r>
            <a:r>
              <a:rPr lang="en"/>
              <a:t>popular around 2010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Awareness for carbon reduction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MSRP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Manufacturer Suggested Retail Price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PHEV: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Plug-in Hybrid electric vehicles (Hybrid)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BEV: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Battery Electric Vehicle (Full electric)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Electric Range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Distance (in miles) before vehicles turns off</a:t>
            </a:r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1750125"/>
            <a:ext cx="2847975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of interest?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4639025" y="141637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What is the relationship between MSRP, and Electric Range per Full Electric Vehicles and Hybrid Vehicles?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Brand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Full vs Hybrid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5" y="2944750"/>
            <a:ext cx="4305624" cy="172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graph compares MSRP and Electric Range for each company.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Looking at this graph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Relationship varies between brands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Tesla</a:t>
            </a:r>
            <a:r>
              <a:rPr lang="en"/>
              <a:t> is the best brand in terms of these constrictions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Porsche is the worst brand in terms of these constrictions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34050"/>
            <a:ext cx="3921724" cy="216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00" y="1054875"/>
            <a:ext cx="3507151" cy="187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07" y="3009825"/>
            <a:ext cx="3507150" cy="200709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4807588" y="500925"/>
            <a:ext cx="3940500" cy="26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These graphs represent MSRP between Hybrid vehicles and fully electric vehicles.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Looking at these </a:t>
            </a: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graphs</a:t>
            </a: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MSRP and Electric range have a linear relationship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Positive correlation in Fully electric vehicles indicates that higher-priced vehicles generally have  better battery endurance.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Negative correlation in Hybrid electric vehicles indicates that some higher-priced vehicles may not necessarily offer better battery endurance.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4644675" y="500925"/>
            <a:ext cx="4166400" cy="46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data shows that Teslas have the highest average range while Porsches are the most expensive.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Luxury brands like Porsche may not necessarily provide the best value for money in terms of battery endurance and long-term cost savings.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Tesla's</a:t>
            </a:r>
            <a:r>
              <a:rPr lang="en"/>
              <a:t> end up being the best choice for consumers, with a lower MSRP and the highest average electric range.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Full electric vehicles seem to follow the pattern that as the price increases, the range does as well.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Having more space for the battery allows for the use of more advanced and efficient technology which provides better battery endurance and extended driving ranges when compared to PHEVs.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25" y="1514650"/>
            <a:ext cx="3019150" cy="30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